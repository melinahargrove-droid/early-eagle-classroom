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Century Gothic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CenturyGothic-regular.fntdata"/><Relationship Id="rId21" Type="http://schemas.openxmlformats.org/officeDocument/2006/relationships/slide" Target="slides/slide16.xml"/><Relationship Id="rId24" Type="http://schemas.openxmlformats.org/officeDocument/2006/relationships/font" Target="fonts/CenturyGothic-italic.fntdata"/><Relationship Id="rId23" Type="http://schemas.openxmlformats.org/officeDocument/2006/relationships/font" Target="fonts/CenturyGothic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CenturyGothic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4360039114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436003911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4360039114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436003911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4360039114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4360039114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4360039114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4360039114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436003911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436003911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4360039114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4360039114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4360039114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4360039114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4360039114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4360039114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4360039114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4360039114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4360039114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4360039114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4360039114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4360039114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4360039114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4360039114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4360039114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4360039114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4360039114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4360039114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4360039114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4360039114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1000" y="159900"/>
            <a:ext cx="4587351" cy="482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64400" y="4613925"/>
            <a:ext cx="9122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		</a:t>
            </a:r>
            <a:r>
              <a:rPr lang="en" sz="2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Zuri has beautiful curly hair.</a:t>
            </a:r>
            <a:r>
              <a:rPr lang="e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									</a:t>
            </a:r>
            <a:r>
              <a:rPr lang="en"/>
              <a:t>2</a:t>
            </a:r>
            <a:endParaRPr/>
          </a:p>
        </p:txBody>
      </p:sp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200" y="613355"/>
            <a:ext cx="7201049" cy="378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/>
        </p:nvSpPr>
        <p:spPr>
          <a:xfrm>
            <a:off x="21600" y="4565250"/>
            <a:ext cx="9122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r>
              <a:rPr lang="en"/>
              <a:t>		</a:t>
            </a:r>
            <a:r>
              <a:rPr lang="en" sz="2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Zuri’s hair makes her feel proud. 								</a:t>
            </a:r>
            <a:r>
              <a:rPr lang="en"/>
              <a:t>4</a:t>
            </a:r>
            <a:endParaRPr/>
          </a:p>
        </p:txBody>
      </p:sp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225" y="557147"/>
            <a:ext cx="7293000" cy="381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/>
        </p:nvSpPr>
        <p:spPr>
          <a:xfrm>
            <a:off x="58975" y="4662600"/>
            <a:ext cx="9122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r>
              <a:rPr lang="en"/>
              <a:t>	</a:t>
            </a:r>
            <a:r>
              <a:rPr lang="en" sz="2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Zuri pretends to be a superhero with her hair in puffs. 			</a:t>
            </a:r>
            <a:r>
              <a:rPr lang="en"/>
              <a:t>6</a:t>
            </a:r>
            <a:endParaRPr/>
          </a:p>
        </p:txBody>
      </p:sp>
      <p:pic>
        <p:nvPicPr>
          <p:cNvPr id="72" name="Google Shape;7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5500" y="287319"/>
            <a:ext cx="7303824" cy="401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/>
        </p:nvSpPr>
        <p:spPr>
          <a:xfrm>
            <a:off x="80625" y="4538200"/>
            <a:ext cx="9122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	</a:t>
            </a:r>
            <a:r>
              <a:rPr lang="en" sz="2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Today was a special day.</a:t>
            </a: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											</a:t>
            </a:r>
            <a:r>
              <a:rPr lang="en"/>
              <a:t>8</a:t>
            </a:r>
            <a:endParaRPr/>
          </a:p>
        </p:txBody>
      </p:sp>
      <p:pic>
        <p:nvPicPr>
          <p:cNvPr id="78" name="Google Shape;7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1725" y="275825"/>
            <a:ext cx="7552624" cy="393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/>
        </p:nvSpPr>
        <p:spPr>
          <a:xfrm>
            <a:off x="64400" y="4646350"/>
            <a:ext cx="9122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r>
              <a:rPr lang="en"/>
              <a:t>	</a:t>
            </a:r>
            <a:r>
              <a:rPr lang="en" sz="2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Zuri and her kitty tried not to wake up Daddy.					</a:t>
            </a:r>
            <a:r>
              <a:rPr lang="en"/>
              <a:t>10</a:t>
            </a:r>
            <a:endParaRPr/>
          </a:p>
        </p:txBody>
      </p:sp>
      <p:pic>
        <p:nvPicPr>
          <p:cNvPr id="84" name="Google Shape;8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325" y="244225"/>
            <a:ext cx="8096549" cy="424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/>
        </p:nvSpPr>
        <p:spPr>
          <a:xfrm>
            <a:off x="59000" y="4673400"/>
            <a:ext cx="9122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	</a:t>
            </a:r>
            <a:r>
              <a:rPr lang="en" sz="2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Zuri looked at hairstyles on her tablet.</a:t>
            </a: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							</a:t>
            </a:r>
            <a:r>
              <a:rPr lang="en"/>
              <a:t>12</a:t>
            </a:r>
            <a:endParaRPr/>
          </a:p>
        </p:txBody>
      </p:sp>
      <p:pic>
        <p:nvPicPr>
          <p:cNvPr id="90" name="Google Shape;9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075" y="299550"/>
            <a:ext cx="7411975" cy="415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/>
        </p:nvSpPr>
        <p:spPr>
          <a:xfrm>
            <a:off x="64400" y="4662600"/>
            <a:ext cx="9122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	</a:t>
            </a:r>
            <a:r>
              <a:rPr lang="en" sz="2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Daddy tried to help Zuri fix her hair.								</a:t>
            </a:r>
            <a:r>
              <a:rPr lang="en"/>
              <a:t>14</a:t>
            </a:r>
            <a:endParaRPr/>
          </a:p>
        </p:txBody>
      </p:sp>
      <p:pic>
        <p:nvPicPr>
          <p:cNvPr id="96" name="Google Shape;9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2013" y="305274"/>
            <a:ext cx="7647174" cy="4059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/>
        </p:nvSpPr>
        <p:spPr>
          <a:xfrm>
            <a:off x="64400" y="4624750"/>
            <a:ext cx="9122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15	</a:t>
            </a:r>
            <a:r>
              <a:rPr lang="en" sz="2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Daddy kept trying different hairstyles.</a:t>
            </a:r>
            <a:r>
              <a:rPr lang="en"/>
              <a:t>								16</a:t>
            </a:r>
            <a:endParaRPr/>
          </a:p>
        </p:txBody>
      </p:sp>
      <p:pic>
        <p:nvPicPr>
          <p:cNvPr id="102" name="Google Shape;10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7975" y="240550"/>
            <a:ext cx="7855251" cy="4216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/>
        </p:nvSpPr>
        <p:spPr>
          <a:xfrm>
            <a:off x="64400" y="4635550"/>
            <a:ext cx="9122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17	</a:t>
            </a:r>
            <a:r>
              <a:rPr lang="en" sz="2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Daddy brushed Zuri’s hair.</a:t>
            </a:r>
            <a:r>
              <a:rPr lang="e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										</a:t>
            </a:r>
            <a:r>
              <a:rPr lang="en"/>
              <a:t>18</a:t>
            </a:r>
            <a:endParaRPr/>
          </a:p>
        </p:txBody>
      </p:sp>
      <p:pic>
        <p:nvPicPr>
          <p:cNvPr id="108" name="Google Shape;10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625" y="129800"/>
            <a:ext cx="7798825" cy="440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/>
        </p:nvSpPr>
        <p:spPr>
          <a:xfrm>
            <a:off x="64400" y="4586875"/>
            <a:ext cx="9122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19		</a:t>
            </a:r>
            <a:r>
              <a:rPr lang="en" sz="2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Daddy tried to fix Zuri’s hair with a hat.</a:t>
            </a: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						</a:t>
            </a:r>
            <a:r>
              <a:rPr lang="en">
                <a:solidFill>
                  <a:schemeClr val="dk1"/>
                </a:solidFill>
              </a:rPr>
              <a:t>20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														</a:t>
            </a:r>
            <a:endParaRPr/>
          </a:p>
        </p:txBody>
      </p:sp>
      <p:pic>
        <p:nvPicPr>
          <p:cNvPr id="114" name="Google Shape;11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525" y="319100"/>
            <a:ext cx="7976151" cy="416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"/>
          <p:cNvSpPr txBox="1"/>
          <p:nvPr/>
        </p:nvSpPr>
        <p:spPr>
          <a:xfrm>
            <a:off x="64400" y="4608500"/>
            <a:ext cx="91224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r>
              <a:rPr lang="en"/>
              <a:t>1	</a:t>
            </a:r>
            <a:r>
              <a:rPr lang="en" sz="2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Daddy got ready to fix Zuri’s hair.									</a:t>
            </a:r>
            <a:r>
              <a:rPr lang="en">
                <a:solidFill>
                  <a:schemeClr val="dk1"/>
                </a:solidFill>
              </a:rPr>
              <a:t>22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															</a:t>
            </a:r>
            <a:endParaRPr/>
          </a:p>
        </p:txBody>
      </p:sp>
      <p:pic>
        <p:nvPicPr>
          <p:cNvPr id="120" name="Google Shape;12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300" y="323425"/>
            <a:ext cx="8069124" cy="4203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/>
          <p:nvPr/>
        </p:nvSpPr>
        <p:spPr>
          <a:xfrm>
            <a:off x="59000" y="4608525"/>
            <a:ext cx="9122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23</a:t>
            </a:r>
            <a:r>
              <a:rPr lang="en"/>
              <a:t>	</a:t>
            </a:r>
            <a:r>
              <a:rPr lang="en" sz="2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Daddy gave Zuri funky puff buns.</a:t>
            </a: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									</a:t>
            </a:r>
            <a:r>
              <a:rPr lang="en"/>
              <a:t>24</a:t>
            </a:r>
            <a:endParaRPr/>
          </a:p>
        </p:txBody>
      </p:sp>
      <p:pic>
        <p:nvPicPr>
          <p:cNvPr id="126" name="Google Shape;12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388" y="228450"/>
            <a:ext cx="7973226" cy="414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6"/>
          <p:cNvSpPr txBox="1"/>
          <p:nvPr/>
        </p:nvSpPr>
        <p:spPr>
          <a:xfrm>
            <a:off x="53575" y="4570675"/>
            <a:ext cx="9122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25	</a:t>
            </a:r>
            <a:r>
              <a:rPr lang="en" sz="2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Mommy came home and Zuri showed her her hair.                 </a:t>
            </a:r>
            <a:r>
              <a:rPr lang="en"/>
              <a:t>26</a:t>
            </a:r>
            <a:endParaRPr/>
          </a:p>
        </p:txBody>
      </p:sp>
      <p:pic>
        <p:nvPicPr>
          <p:cNvPr id="132" name="Google Shape;13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350" y="290450"/>
            <a:ext cx="7925351" cy="416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7"/>
          <p:cNvSpPr txBox="1"/>
          <p:nvPr/>
        </p:nvSpPr>
        <p:spPr>
          <a:xfrm>
            <a:off x="48175" y="4640975"/>
            <a:ext cx="9122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27	</a:t>
            </a:r>
            <a:r>
              <a:rPr lang="en" sz="2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Zuri and Daddy welcomed mommy home with big hugs</a:t>
            </a: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"/>
              <a:t>		28</a:t>
            </a:r>
            <a:endParaRPr/>
          </a:p>
        </p:txBody>
      </p:sp>
      <p:pic>
        <p:nvPicPr>
          <p:cNvPr id="138" name="Google Shape;13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025" y="186825"/>
            <a:ext cx="7917925" cy="425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8"/>
          <p:cNvSpPr txBox="1"/>
          <p:nvPr/>
        </p:nvSpPr>
        <p:spPr>
          <a:xfrm>
            <a:off x="21600" y="4494925"/>
            <a:ext cx="9122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29		</a:t>
            </a:r>
            <a:r>
              <a:rPr lang="en" sz="2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Zuri took a picture with her family.</a:t>
            </a:r>
            <a:r>
              <a:rPr lang="en"/>
              <a:t>							</a:t>
            </a:r>
            <a:endParaRPr/>
          </a:p>
        </p:txBody>
      </p:sp>
      <p:pic>
        <p:nvPicPr>
          <p:cNvPr id="144" name="Google Shape;14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7600" y="363449"/>
            <a:ext cx="3616300" cy="3784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