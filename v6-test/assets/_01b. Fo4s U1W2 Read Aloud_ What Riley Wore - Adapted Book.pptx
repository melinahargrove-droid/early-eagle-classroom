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enturyGothic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7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436003911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436003911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36003911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436003911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436003911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436003911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36003911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436003911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436003911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436003911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36003911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436003911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436003911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436003911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436003911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436003911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436003911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436003911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436003911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436003911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36003911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436003911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436003911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436003911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436003911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436003911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436003911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436003911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436003911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436003911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36003911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436003911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436003911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436003911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7.jpg"/><Relationship Id="rId5" Type="http://schemas.openxmlformats.org/officeDocument/2006/relationships/image" Target="../media/image2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Relationship Id="rId4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jpg"/><Relationship Id="rId4" Type="http://schemas.openxmlformats.org/officeDocument/2006/relationships/image" Target="../media/image2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jpg"/><Relationship Id="rId4" Type="http://schemas.openxmlformats.org/officeDocument/2006/relationships/image" Target="../media/image3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jpg"/><Relationship Id="rId4" Type="http://schemas.openxmlformats.org/officeDocument/2006/relationships/image" Target="../media/image2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jpg"/><Relationship Id="rId4" Type="http://schemas.openxmlformats.org/officeDocument/2006/relationships/image" Target="../media/image2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jpg"/><Relationship Id="rId4" Type="http://schemas.openxmlformats.org/officeDocument/2006/relationships/image" Target="../media/image3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jpg"/><Relationship Id="rId4" Type="http://schemas.openxmlformats.org/officeDocument/2006/relationships/image" Target="../media/image3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12173" l="37830" r="0" t="0"/>
          <a:stretch/>
        </p:blipFill>
        <p:spPr>
          <a:xfrm>
            <a:off x="2206225" y="209888"/>
            <a:ext cx="4731550" cy="4723725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14580" l="38586" r="0" t="32766"/>
          <a:stretch/>
        </p:blipFill>
        <p:spPr>
          <a:xfrm>
            <a:off x="479925" y="2648575"/>
            <a:ext cx="3185776" cy="193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21910" l="39143" r="0" t="5516"/>
          <a:stretch/>
        </p:blipFill>
        <p:spPr>
          <a:xfrm>
            <a:off x="1386225" y="219243"/>
            <a:ext cx="3185776" cy="2684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 rotWithShape="1">
          <a:blip r:embed="rId5">
            <a:alphaModFix/>
          </a:blip>
          <a:srcRect b="13637" l="39032" r="0" t="0"/>
          <a:stretch/>
        </p:blipFill>
        <p:spPr>
          <a:xfrm>
            <a:off x="4572000" y="399863"/>
            <a:ext cx="4174276" cy="41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14850" l="35563" r="3893" t="0"/>
          <a:stretch/>
        </p:blipFill>
        <p:spPr>
          <a:xfrm>
            <a:off x="160150" y="367375"/>
            <a:ext cx="4411851" cy="438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4">
            <a:alphaModFix/>
          </a:blip>
          <a:srcRect b="14288" l="39379" r="0" t="0"/>
          <a:stretch/>
        </p:blipFill>
        <p:spPr>
          <a:xfrm>
            <a:off x="4572000" y="367363"/>
            <a:ext cx="4411851" cy="44087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64400" y="4743725"/>
            <a:ext cx="912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	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wore a bunny costume to school.                                                 </a:t>
            </a:r>
            <a:r>
              <a:rPr lang="en"/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14362" l="35423" r="4066" t="0"/>
          <a:stretch/>
        </p:blipFill>
        <p:spPr>
          <a:xfrm>
            <a:off x="303850" y="332500"/>
            <a:ext cx="4268149" cy="426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 b="14493" l="39900" r="0" t="0"/>
          <a:stretch/>
        </p:blipFill>
        <p:spPr>
          <a:xfrm>
            <a:off x="4572000" y="350100"/>
            <a:ext cx="4245334" cy="42687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64400" y="4743725"/>
            <a:ext cx="9122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	</a:t>
            </a:r>
            <a:r>
              <a:rPr lang="en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let a girl who was sad touch their soft ears.                         </a:t>
            </a: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r>
              <a:rPr lang="en" sz="1100"/>
              <a:t>	</a:t>
            </a:r>
            <a:r>
              <a:rPr lang="en"/>
              <a:t>																	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14850" l="33015" r="6475" t="0"/>
          <a:stretch/>
        </p:blipFill>
        <p:spPr>
          <a:xfrm>
            <a:off x="171375" y="378525"/>
            <a:ext cx="4400626" cy="43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4">
            <a:alphaModFix/>
          </a:blip>
          <a:srcRect b="14719" l="39533" r="0" t="0"/>
          <a:stretch/>
        </p:blipFill>
        <p:spPr>
          <a:xfrm>
            <a:off x="4572000" y="378513"/>
            <a:ext cx="4400626" cy="43864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64400" y="4743725"/>
            <a:ext cx="9122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r>
              <a:rPr lang="en"/>
              <a:t>		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dressed as a superhero to go to the dentist.                        </a:t>
            </a:r>
            <a:r>
              <a:rPr lang="en">
                <a:solidFill>
                  <a:schemeClr val="dk1"/>
                </a:solidFill>
              </a:rPr>
              <a:t>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							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 rotWithShape="1">
          <a:blip r:embed="rId3">
            <a:alphaModFix/>
          </a:blip>
          <a:srcRect b="15096" l="33531" r="7849" t="0"/>
          <a:stretch/>
        </p:blipFill>
        <p:spPr>
          <a:xfrm>
            <a:off x="350400" y="334174"/>
            <a:ext cx="4144249" cy="424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 rotWithShape="1">
          <a:blip r:embed="rId4">
            <a:alphaModFix/>
          </a:blip>
          <a:srcRect b="14207" l="40087" r="0" t="0"/>
          <a:stretch/>
        </p:blipFill>
        <p:spPr>
          <a:xfrm>
            <a:off x="4494641" y="334175"/>
            <a:ext cx="4191784" cy="424214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64400" y="4743725"/>
            <a:ext cx="9122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r>
              <a:rPr lang="en"/>
              <a:t>	</a:t>
            </a:r>
            <a:r>
              <a:rPr lang="en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wore a dress to go to dinner.</a:t>
            </a:r>
            <a:r>
              <a:rPr lang="en"/>
              <a:t>									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15096" l="34045" r="6300" t="0"/>
          <a:stretch/>
        </p:blipFill>
        <p:spPr>
          <a:xfrm>
            <a:off x="269775" y="283600"/>
            <a:ext cx="4207650" cy="423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 rotWithShape="1">
          <a:blip r:embed="rId4">
            <a:alphaModFix/>
          </a:blip>
          <a:srcRect b="14537" l="39110" r="0" t="0"/>
          <a:stretch/>
        </p:blipFill>
        <p:spPr>
          <a:xfrm>
            <a:off x="4477425" y="283600"/>
            <a:ext cx="4266971" cy="4232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64400" y="4743725"/>
            <a:ext cx="9122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    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spilled tomato soup on their dress.  </a:t>
            </a:r>
            <a:r>
              <a:rPr lang="en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                          </a:t>
            </a:r>
            <a:r>
              <a:rPr lang="en">
                <a:solidFill>
                  <a:schemeClr val="dk1"/>
                </a:solidFill>
              </a:rPr>
              <a:t>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			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14850" l="33874" r="5615" t="0"/>
          <a:stretch/>
        </p:blipFill>
        <p:spPr>
          <a:xfrm>
            <a:off x="275925" y="435625"/>
            <a:ext cx="4296076" cy="427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4">
            <a:alphaModFix/>
          </a:blip>
          <a:srcRect b="14690" l="39176" r="0" t="0"/>
          <a:stretch/>
        </p:blipFill>
        <p:spPr>
          <a:xfrm>
            <a:off x="4572000" y="442500"/>
            <a:ext cx="4296076" cy="425847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64400" y="4743725"/>
            <a:ext cx="9122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		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wore space pajamas to school on Thursday.</a:t>
            </a:r>
            <a:r>
              <a:rPr lang="en"/>
              <a:t>	                     </a:t>
            </a:r>
            <a:r>
              <a:rPr lang="en">
                <a:solidFill>
                  <a:schemeClr val="dk1"/>
                </a:solidFill>
              </a:rPr>
              <a:t>12</a:t>
            </a:r>
            <a:r>
              <a:rPr lang="en"/>
              <a:t>															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/>
        </p:nvSpPr>
        <p:spPr>
          <a:xfrm>
            <a:off x="64400" y="4743725"/>
            <a:ext cx="9122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	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wore their rain boots and a tutu to school on Friday.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</a:t>
            </a:r>
            <a:r>
              <a:rPr lang="en">
                <a:solidFill>
                  <a:schemeClr val="dk1"/>
                </a:solidFill>
              </a:rPr>
              <a:t>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								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 b="14843" l="33550" r="6227" t="0"/>
          <a:stretch/>
        </p:blipFill>
        <p:spPr>
          <a:xfrm>
            <a:off x="302315" y="425350"/>
            <a:ext cx="4269684" cy="42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 rotWithShape="1">
          <a:blip r:embed="rId4">
            <a:alphaModFix/>
          </a:blip>
          <a:srcRect b="14493" l="38792" r="1112" t="0"/>
          <a:stretch/>
        </p:blipFill>
        <p:spPr>
          <a:xfrm>
            <a:off x="4572000" y="425350"/>
            <a:ext cx="4243266" cy="42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64400" y="4743725"/>
            <a:ext cx="9122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	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									</a:t>
            </a:r>
            <a:r>
              <a:rPr lang="en"/>
              <a:t>				        </a:t>
            </a:r>
            <a:r>
              <a:rPr lang="en">
                <a:solidFill>
                  <a:schemeClr val="dk1"/>
                </a:solidFill>
              </a:rPr>
              <a:t>16</a:t>
            </a:r>
            <a:r>
              <a:rPr lang="en"/>
              <a:t>												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 rotWithShape="1">
          <a:blip r:embed="rId3">
            <a:alphaModFix/>
          </a:blip>
          <a:srcRect b="14559" l="33751" r="5425" t="0"/>
          <a:stretch/>
        </p:blipFill>
        <p:spPr>
          <a:xfrm>
            <a:off x="198825" y="163275"/>
            <a:ext cx="4370531" cy="4176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 rotWithShape="1">
          <a:blip r:embed="rId4">
            <a:alphaModFix/>
          </a:blip>
          <a:srcRect b="14398" l="39117" r="0" t="0"/>
          <a:stretch/>
        </p:blipFill>
        <p:spPr>
          <a:xfrm>
            <a:off x="4569357" y="163275"/>
            <a:ext cx="4370543" cy="417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520500" y="4343100"/>
            <a:ext cx="810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wore a hard hat and overalls to help their dad at the store.  Riley got a sticker for helping.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64400" y="4743725"/>
            <a:ext cx="9122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	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put the sticker away with some of the other toys.</a:t>
            </a:r>
            <a:r>
              <a:rPr lang="en"/>
              <a:t>	           		</a:t>
            </a:r>
            <a:r>
              <a:rPr lang="en">
                <a:solidFill>
                  <a:schemeClr val="dk1"/>
                </a:solidFill>
              </a:rPr>
              <a:t>18</a:t>
            </a:r>
            <a:r>
              <a:rPr lang="en"/>
              <a:t>													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 rotWithShape="1">
          <a:blip r:embed="rId3">
            <a:alphaModFix/>
          </a:blip>
          <a:srcRect b="14843" l="32952" r="6228" t="0"/>
          <a:stretch/>
        </p:blipFill>
        <p:spPr>
          <a:xfrm>
            <a:off x="196983" y="414575"/>
            <a:ext cx="4375017" cy="432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 rotWithShape="1">
          <a:blip r:embed="rId4">
            <a:alphaModFix/>
          </a:blip>
          <a:srcRect b="15067" l="39162" r="810" t="0"/>
          <a:stretch/>
        </p:blipFill>
        <p:spPr>
          <a:xfrm>
            <a:off x="4572000" y="414575"/>
            <a:ext cx="4316776" cy="43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64400" y="4743725"/>
            <a:ext cx="912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	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spent Sunday relaxing in their tent. 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                        </a:t>
            </a:r>
            <a:r>
              <a:rPr lang="en">
                <a:solidFill>
                  <a:schemeClr val="dk1"/>
                </a:solidFill>
              </a:rPr>
              <a:t>20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								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 rotWithShape="1">
          <a:blip r:embed="rId3">
            <a:alphaModFix/>
          </a:blip>
          <a:srcRect b="15405" l="33150" r="5610" t="0"/>
          <a:stretch/>
        </p:blipFill>
        <p:spPr>
          <a:xfrm>
            <a:off x="188500" y="339675"/>
            <a:ext cx="4383499" cy="42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 rotWithShape="1">
          <a:blip r:embed="rId4">
            <a:alphaModFix/>
          </a:blip>
          <a:srcRect b="14734" l="39453" r="0" t="0"/>
          <a:stretch/>
        </p:blipFill>
        <p:spPr>
          <a:xfrm>
            <a:off x="4572000" y="339675"/>
            <a:ext cx="4300071" cy="42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64400" y="4743725"/>
            <a:ext cx="9122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lang="en"/>
              <a:t>1	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put on mismatched socks to get ready to go to the park.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</a:t>
            </a:r>
            <a:r>
              <a:rPr lang="en">
                <a:solidFill>
                  <a:schemeClr val="dk1"/>
                </a:solidFill>
              </a:rPr>
              <a:t>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								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 rotWithShape="1">
          <a:blip r:embed="rId3">
            <a:alphaModFix/>
          </a:blip>
          <a:srcRect b="14001" l="33944" r="5432" t="0"/>
          <a:stretch/>
        </p:blipFill>
        <p:spPr>
          <a:xfrm>
            <a:off x="241581" y="402075"/>
            <a:ext cx="4330419" cy="434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/>
          <p:cNvPicPr preferRelativeResize="0"/>
          <p:nvPr/>
        </p:nvPicPr>
        <p:blipFill rotWithShape="1">
          <a:blip r:embed="rId4">
            <a:alphaModFix/>
          </a:blip>
          <a:srcRect b="14501" l="39302" r="0" t="0"/>
          <a:stretch/>
        </p:blipFill>
        <p:spPr>
          <a:xfrm>
            <a:off x="4572000" y="402075"/>
            <a:ext cx="4330425" cy="4310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64400" y="4743725"/>
            <a:ext cx="9122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r>
              <a:rPr lang="en"/>
              <a:t>	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looked in the closet with all of their clothes.</a:t>
            </a:r>
            <a:r>
              <a:rPr lang="en"/>
              <a:t>			                   	</a:t>
            </a:r>
            <a:r>
              <a:rPr lang="en">
                <a:solidFill>
                  <a:schemeClr val="dk1"/>
                </a:solidFill>
              </a:rPr>
              <a:t>24</a:t>
            </a:r>
            <a:r>
              <a:rPr lang="en"/>
              <a:t>														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 rotWithShape="1">
          <a:blip r:embed="rId3">
            <a:alphaModFix/>
          </a:blip>
          <a:srcRect b="14559" l="33712" r="5828" t="0"/>
          <a:stretch/>
        </p:blipFill>
        <p:spPr>
          <a:xfrm>
            <a:off x="202055" y="389650"/>
            <a:ext cx="4369945" cy="436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 rotWithShape="1">
          <a:blip r:embed="rId4">
            <a:alphaModFix/>
          </a:blip>
          <a:srcRect b="14537" l="41568" r="0" t="0"/>
          <a:stretch/>
        </p:blipFill>
        <p:spPr>
          <a:xfrm>
            <a:off x="4572000" y="359275"/>
            <a:ext cx="4241850" cy="438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/>
        </p:nvSpPr>
        <p:spPr>
          <a:xfrm>
            <a:off x="64400" y="4743725"/>
            <a:ext cx="912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	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went to the park to play with some kids. 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               </a:t>
            </a:r>
            <a:r>
              <a:rPr lang="en">
                <a:solidFill>
                  <a:schemeClr val="dk1"/>
                </a:solidFill>
              </a:rPr>
              <a:t>26</a:t>
            </a:r>
            <a:endParaRPr sz="2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								</a:t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 rotWithShape="1">
          <a:blip r:embed="rId3">
            <a:alphaModFix/>
          </a:blip>
          <a:srcRect b="14559" l="32951" r="6029" t="0"/>
          <a:stretch/>
        </p:blipFill>
        <p:spPr>
          <a:xfrm>
            <a:off x="304925" y="402075"/>
            <a:ext cx="4267075" cy="4222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 rotWithShape="1">
          <a:blip r:embed="rId4">
            <a:alphaModFix/>
          </a:blip>
          <a:srcRect b="14347" l="39110" r="0" t="0"/>
          <a:stretch/>
        </p:blipFill>
        <p:spPr>
          <a:xfrm>
            <a:off x="4571999" y="402075"/>
            <a:ext cx="4267075" cy="424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64400" y="4743725"/>
            <a:ext cx="9122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	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gave their sticker to the kid.</a:t>
            </a:r>
            <a:r>
              <a:rPr lang="en" sz="2000"/>
              <a:t>	</a:t>
            </a:r>
            <a:r>
              <a:rPr lang="en"/>
              <a:t>							                  </a:t>
            </a:r>
            <a:r>
              <a:rPr lang="en">
                <a:solidFill>
                  <a:schemeClr val="dk1"/>
                </a:solidFill>
              </a:rPr>
              <a:t>28</a:t>
            </a:r>
            <a:r>
              <a:rPr lang="en"/>
              <a:t>										</a:t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 rotWithShape="1">
          <a:blip r:embed="rId3">
            <a:alphaModFix/>
          </a:blip>
          <a:srcRect b="14559" l="33548" r="5632" t="0"/>
          <a:stretch/>
        </p:blipFill>
        <p:spPr>
          <a:xfrm>
            <a:off x="355100" y="402100"/>
            <a:ext cx="4216899" cy="418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 rotWithShape="1">
          <a:blip r:embed="rId4">
            <a:alphaModFix/>
          </a:blip>
          <a:srcRect b="14814" l="39926" r="0" t="0"/>
          <a:stretch/>
        </p:blipFill>
        <p:spPr>
          <a:xfrm>
            <a:off x="4572000" y="402100"/>
            <a:ext cx="4216899" cy="422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64400" y="4743725"/>
            <a:ext cx="9122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	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Riley was happy.</a:t>
            </a:r>
            <a:r>
              <a:rPr lang="en" sz="2000"/>
              <a:t>	</a:t>
            </a:r>
            <a:r>
              <a:rPr lang="en"/>
              <a:t>									              			</a:t>
            </a:r>
            <a:r>
              <a:rPr lang="en">
                <a:solidFill>
                  <a:schemeClr val="dk1"/>
                </a:solidFill>
              </a:rPr>
              <a:t>30</a:t>
            </a:r>
            <a:r>
              <a:rPr lang="en"/>
              <a:t>					</a:t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3">
            <a:alphaModFix/>
          </a:blip>
          <a:srcRect b="14001" l="33147" r="5435" t="0"/>
          <a:stretch/>
        </p:blipFill>
        <p:spPr>
          <a:xfrm>
            <a:off x="210037" y="413413"/>
            <a:ext cx="4361963" cy="43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9"/>
          <p:cNvPicPr preferRelativeResize="0"/>
          <p:nvPr/>
        </p:nvPicPr>
        <p:blipFill rotWithShape="1">
          <a:blip r:embed="rId4">
            <a:alphaModFix/>
          </a:blip>
          <a:srcRect b="13941" l="39570" r="0" t="0"/>
          <a:stretch/>
        </p:blipFill>
        <p:spPr>
          <a:xfrm>
            <a:off x="4572000" y="413425"/>
            <a:ext cx="4288793" cy="431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12072" l="37706" r="0" t="0"/>
          <a:stretch/>
        </p:blipFill>
        <p:spPr>
          <a:xfrm>
            <a:off x="2139125" y="144863"/>
            <a:ext cx="4865749" cy="48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