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29e7ca47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29e7ca47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36003911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436003911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36003911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3600391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436003911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436003911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36003911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36003911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36003911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36003911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36003911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436003911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36003911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36003911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436003911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436003911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36003911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36003911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36003911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36003911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436003911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436003911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436003911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436003911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36003911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436003911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436003911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436003911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436003911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436003911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436003911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436003911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29e7ca47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29e7ca47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Relationship Id="rId4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688" y="152400"/>
            <a:ext cx="5024613" cy="4838702"/>
          </a:xfrm>
          <a:prstGeom prst="rect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21734" l="0" r="0" t="0"/>
          <a:stretch/>
        </p:blipFill>
        <p:spPr>
          <a:xfrm>
            <a:off x="461013" y="297925"/>
            <a:ext cx="8221975" cy="454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Alma’s name was very long.</a:t>
            </a:r>
            <a:r>
              <a:rPr lang="en"/>
              <a:t>										2</a:t>
            </a:r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21636" l="0" r="44617" t="0"/>
          <a:stretch/>
        </p:blipFill>
        <p:spPr>
          <a:xfrm>
            <a:off x="382525" y="108200"/>
            <a:ext cx="4189475" cy="418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4">
            <a:alphaModFix/>
          </a:blip>
          <a:srcRect b="21899" l="43346" r="0" t="0"/>
          <a:stretch/>
        </p:blipFill>
        <p:spPr>
          <a:xfrm>
            <a:off x="4572000" y="108200"/>
            <a:ext cx="4300086" cy="41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08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lang="en"/>
              <a:t>																	4</a:t>
            </a: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950" y="372375"/>
            <a:ext cx="7657149" cy="38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340675" y="4297675"/>
            <a:ext cx="834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Alma’s Daddy told her a story about her long name.</a:t>
            </a:r>
            <a:r>
              <a:rPr lang="en">
                <a:solidFill>
                  <a:schemeClr val="dk1"/>
                </a:solidFill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08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				</a:t>
            </a:r>
            <a:r>
              <a:rPr lang="en"/>
              <a:t>														6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200" y="255100"/>
            <a:ext cx="8251926" cy="40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457200" y="4297675"/>
            <a:ext cx="819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Sofia was Alma’s grandmother. She liked flowers and books.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/>
        </p:nvSpPr>
        <p:spPr>
          <a:xfrm>
            <a:off x="216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Alma likes books and flowers just like her grandmother Sofia.</a:t>
            </a:r>
            <a:r>
              <a:rPr lang="en"/>
              <a:t>	8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3">
            <a:alphaModFix/>
          </a:blip>
          <a:srcRect b="21960" l="0" r="43143" t="0"/>
          <a:stretch/>
        </p:blipFill>
        <p:spPr>
          <a:xfrm>
            <a:off x="379325" y="233513"/>
            <a:ext cx="4192676" cy="406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 rotWithShape="1">
          <a:blip r:embed="rId4">
            <a:alphaModFix/>
          </a:blip>
          <a:srcRect b="21918" l="43036" r="0" t="0"/>
          <a:stretch/>
        </p:blipFill>
        <p:spPr>
          <a:xfrm>
            <a:off x="4572000" y="233525"/>
            <a:ext cx="4192676" cy="4061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10800" y="4376675"/>
            <a:ext cx="91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			</a:t>
            </a:r>
            <a:r>
              <a:rPr lang="en"/>
              <a:t>														                 10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250" y="231550"/>
            <a:ext cx="8333202" cy="40583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457200" y="4297675"/>
            <a:ext cx="821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Esperanza was Alma’s great-grandmother. She wanted to travel the world.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108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lang="en"/>
              <a:t>																      	12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75" y="491400"/>
            <a:ext cx="7680201" cy="3735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/>
        </p:nvSpPr>
        <p:spPr>
          <a:xfrm>
            <a:off x="457200" y="4297675"/>
            <a:ext cx="807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 wants to see the world too.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108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José was Alma’s grandfather. He was an artist.</a:t>
            </a:r>
            <a:r>
              <a:rPr lang="en"/>
              <a:t>					14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21960" l="0" r="43782" t="0"/>
          <a:stretch/>
        </p:blipFill>
        <p:spPr>
          <a:xfrm>
            <a:off x="427622" y="208275"/>
            <a:ext cx="4144377" cy="40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 rotWithShape="1">
          <a:blip r:embed="rId4">
            <a:alphaModFix/>
          </a:blip>
          <a:srcRect b="21814" l="42961" r="0" t="0"/>
          <a:stretch/>
        </p:blipFill>
        <p:spPr>
          <a:xfrm>
            <a:off x="4572000" y="208275"/>
            <a:ext cx="4196949" cy="406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/>
        </p:nvSpPr>
        <p:spPr>
          <a:xfrm>
            <a:off x="216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Alma loves to paint too!</a:t>
            </a:r>
            <a:r>
              <a:rPr lang="en"/>
              <a:t>											16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 rotWithShape="1">
          <a:blip r:embed="rId3">
            <a:alphaModFix/>
          </a:blip>
          <a:srcRect b="22264" l="0" r="42929" t="0"/>
          <a:stretch/>
        </p:blipFill>
        <p:spPr>
          <a:xfrm>
            <a:off x="369170" y="272050"/>
            <a:ext cx="4202830" cy="404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 rotWithShape="1">
          <a:blip r:embed="rId4">
            <a:alphaModFix/>
          </a:blip>
          <a:srcRect b="22306" l="43605" r="0" t="0"/>
          <a:stretch/>
        </p:blipFill>
        <p:spPr>
          <a:xfrm>
            <a:off x="4572000" y="272050"/>
            <a:ext cx="4155200" cy="4045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/>
        </p:nvSpPr>
        <p:spPr>
          <a:xfrm>
            <a:off x="108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		</a:t>
            </a:r>
            <a:r>
              <a:rPr lang="en"/>
              <a:t>																18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75" y="266775"/>
            <a:ext cx="8249676" cy="400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/>
        </p:nvSpPr>
        <p:spPr>
          <a:xfrm>
            <a:off x="457200" y="4256775"/>
            <a:ext cx="8249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Pura was Alma’s great-aunt. She took care of the ancestors in their family.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Alma says hello to her Aunt Pura’s spirit.	</a:t>
            </a:r>
            <a:r>
              <a:rPr lang="en"/>
              <a:t>						20</a:t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0" l="0" r="22027" t="42433"/>
          <a:stretch/>
        </p:blipFill>
        <p:spPr>
          <a:xfrm rot="5400000">
            <a:off x="354951" y="112388"/>
            <a:ext cx="4124975" cy="430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 rotWithShape="1">
          <a:blip r:embed="rId4">
            <a:alphaModFix/>
          </a:blip>
          <a:srcRect b="43687" l="0" r="22027" t="0"/>
          <a:stretch/>
        </p:blipFill>
        <p:spPr>
          <a:xfrm rot="5400000">
            <a:off x="4617167" y="159533"/>
            <a:ext cx="4124474" cy="42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/>
        </p:nvSpPr>
        <p:spPr>
          <a:xfrm>
            <a:off x="10800" y="4393550"/>
            <a:ext cx="912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1																			22</a:t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325" y="463325"/>
            <a:ext cx="7901950" cy="385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457200" y="4297675"/>
            <a:ext cx="8209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Candela was Alma’s other grandmother. She always helped people.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r>
              <a:rPr lang="en"/>
              <a:t>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Alma likes to help people too.</a:t>
            </a:r>
            <a:r>
              <a:rPr lang="en"/>
              <a:t>										24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b="0" l="0" r="21599" t="42736"/>
          <a:stretch/>
        </p:blipFill>
        <p:spPr>
          <a:xfrm rot="5400000">
            <a:off x="407684" y="151992"/>
            <a:ext cx="4095699" cy="423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 rotWithShape="1">
          <a:blip r:embed="rId4">
            <a:alphaModFix/>
          </a:blip>
          <a:srcRect b="42736" l="0" r="21599" t="0"/>
          <a:stretch/>
        </p:blipFill>
        <p:spPr>
          <a:xfrm rot="5400000">
            <a:off x="4640570" y="152055"/>
            <a:ext cx="4092651" cy="422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Daddy says she was the only Alma.	</a:t>
            </a:r>
            <a:r>
              <a:rPr lang="en"/>
              <a:t>							26</a:t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 b="0" l="0" r="21599" t="42433"/>
          <a:stretch/>
        </p:blipFill>
        <p:spPr>
          <a:xfrm rot="5400000">
            <a:off x="365296" y="122979"/>
            <a:ext cx="4126324" cy="42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/>
          <p:cNvPicPr preferRelativeResize="0"/>
          <p:nvPr/>
        </p:nvPicPr>
        <p:blipFill rotWithShape="1">
          <a:blip r:embed="rId4">
            <a:alphaModFix/>
          </a:blip>
          <a:srcRect b="43687" l="0" r="21599" t="0"/>
          <a:stretch/>
        </p:blipFill>
        <p:spPr>
          <a:xfrm rot="5400000">
            <a:off x="4605724" y="169650"/>
            <a:ext cx="4127151" cy="419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/>
        </p:nvSpPr>
        <p:spPr>
          <a:xfrm>
            <a:off x="1080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27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					</a:t>
            </a:r>
            <a:r>
              <a:rPr lang="en"/>
              <a:t>													28</a:t>
            </a:r>
            <a:endParaRPr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50" y="331575"/>
            <a:ext cx="8018121" cy="387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457200" y="4297675"/>
            <a:ext cx="8223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 loves the story of her long name, Alma Sofia Esperanza Jos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é</a:t>
            </a:r>
            <a:r>
              <a:rPr lang="en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Pura Candela!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0" y="4297680"/>
            <a:ext cx="912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29	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										</a:t>
            </a:r>
            <a:r>
              <a:rPr lang="en"/>
              <a:t>								30</a:t>
            </a:r>
            <a:endParaRPr/>
          </a:p>
        </p:txBody>
      </p:sp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0" l="0" r="21470" t="43340"/>
          <a:stretch/>
        </p:blipFill>
        <p:spPr>
          <a:xfrm rot="5400000">
            <a:off x="368938" y="143625"/>
            <a:ext cx="4159475" cy="424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 rotWithShape="1">
          <a:blip r:embed="rId4">
            <a:alphaModFix/>
          </a:blip>
          <a:srcRect b="43384" l="0" r="21851" t="0"/>
          <a:stretch/>
        </p:blipFill>
        <p:spPr>
          <a:xfrm rot="5400000">
            <a:off x="4623875" y="135325"/>
            <a:ext cx="4142499" cy="42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0"/>
          <p:cNvPicPr preferRelativeResize="0"/>
          <p:nvPr/>
        </p:nvPicPr>
        <p:blipFill rotWithShape="1">
          <a:blip r:embed="rId3">
            <a:alphaModFix/>
          </a:blip>
          <a:srcRect b="0" l="0" r="21649" t="0"/>
          <a:stretch/>
        </p:blipFill>
        <p:spPr>
          <a:xfrm rot="5400000">
            <a:off x="2341800" y="-1455588"/>
            <a:ext cx="4460399" cy="805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 rotWithShape="1">
          <a:blip r:embed="rId3">
            <a:alphaModFix/>
          </a:blip>
          <a:srcRect b="19309" l="40642" r="0" t="0"/>
          <a:stretch/>
        </p:blipFill>
        <p:spPr>
          <a:xfrm>
            <a:off x="2220863" y="313038"/>
            <a:ext cx="4702276" cy="451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